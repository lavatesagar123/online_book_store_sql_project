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72" r:id="rId4"/>
    <p:sldId id="257" r:id="rId5"/>
    <p:sldId id="261" r:id="rId6"/>
    <p:sldId id="27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8000" y="1520071"/>
            <a:ext cx="1003992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Title: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Online Book Store – SQL Data Analysis </a:t>
            </a:r>
            <a:r>
              <a:rPr lang="en-IN" sz="3200" dirty="0" smtClean="0">
                <a:solidFill>
                  <a:schemeClr val="accent1">
                    <a:lumMod val="75000"/>
                  </a:schemeClr>
                </a:solidFill>
              </a:rPr>
              <a:t>Project</a:t>
            </a:r>
            <a:endParaRPr lang="en-I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3200" b="1" dirty="0" smtClean="0">
                <a:solidFill>
                  <a:schemeClr val="accent1">
                    <a:lumMod val="75000"/>
                  </a:schemeClr>
                </a:solidFill>
              </a:rPr>
              <a:t>Subtitle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Business Insights Using SQL</a:t>
            </a:r>
            <a:br>
              <a:rPr lang="en-IN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Name: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dirty="0" err="1" smtClean="0">
                <a:solidFill>
                  <a:schemeClr val="accent1">
                    <a:lumMod val="75000"/>
                  </a:schemeClr>
                </a:solidFill>
              </a:rPr>
              <a:t>sagar</a:t>
            </a:r>
            <a:r>
              <a:rPr lang="en-IN" sz="32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3200" dirty="0" err="1" smtClean="0">
                <a:solidFill>
                  <a:schemeClr val="accent1">
                    <a:lumMod val="75000"/>
                  </a:schemeClr>
                </a:solidFill>
              </a:rPr>
              <a:t>Lavate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IN" sz="32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Tools:</a:t>
            </a:r>
            <a:r>
              <a:rPr lang="en-IN" sz="3200" dirty="0">
                <a:solidFill>
                  <a:schemeClr val="accent1">
                    <a:lumMod val="75000"/>
                  </a:schemeClr>
                </a:solidFill>
              </a:rPr>
              <a:t> SQL | MySQL | </a:t>
            </a:r>
            <a:r>
              <a:rPr lang="en-IN" sz="3200" dirty="0" err="1" smtClean="0">
                <a:solidFill>
                  <a:schemeClr val="accent1">
                    <a:lumMod val="75000"/>
                  </a:schemeClr>
                </a:solidFill>
              </a:rPr>
              <a:t>MySQLWorkbench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50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Overview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673647"/>
            <a:ext cx="8130752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Designed a relational database for an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Online Book Store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Stored and managed data related to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Books, Customers, and Orders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SQL queries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to analyze sales, customers, and inventory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Extracted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real-world business insights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from raw data</a:t>
            </a:r>
          </a:p>
        </p:txBody>
      </p:sp>
    </p:spTree>
    <p:extLst>
      <p:ext uri="{BB962C8B-B14F-4D97-AF65-F5344CB8AC3E}">
        <p14:creationId xmlns:p14="http://schemas.microsoft.com/office/powerpoint/2010/main" val="2460560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34473"/>
          </a:xfrm>
        </p:spPr>
        <p:txBody>
          <a:bodyPr/>
          <a:lstStyle/>
          <a:p>
            <a:r>
              <a:rPr lang="en-IN" dirty="0"/>
              <a:t>Database Schema &amp;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828081"/>
            <a:ext cx="8596668" cy="388077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📚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</a:rPr>
              <a:t>Books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(Book ID, Title, Author, Genre, Price, Stock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👤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</a:rPr>
              <a:t>Customers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(Customer ID, Name, City, Country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),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🧾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</a:rPr>
              <a:t>Orders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(Order ID, Customer ID 🔗, Book ID 🔗, Order Date, Quantity, Total Amount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🔗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</a:rPr>
              <a:t>One customer can place multiple orders </a:t>
            </a:r>
            <a:endParaRPr lang="en-IN" i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🔗 </a:t>
            </a:r>
            <a:r>
              <a:rPr lang="en-IN" i="1" dirty="0">
                <a:solidFill>
                  <a:schemeClr val="accent1">
                    <a:lumMod val="75000"/>
                  </a:schemeClr>
                </a:solidFill>
              </a:rPr>
              <a:t>One customer can place multiple orders 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015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📘 ONLINE BOOK STORE PROJECT</a:t>
            </a:r>
            <a:br>
              <a:rPr lang="en-IN" b="1" dirty="0"/>
            </a:br>
            <a:r>
              <a:rPr lang="en-IN" b="1" dirty="0"/>
              <a:t>SQL Question &amp; Answer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Retrieve all books belonging to the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Education</a:t>
            </a:r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dirty="0" smtClean="0">
                <a:solidFill>
                  <a:schemeClr val="accent1">
                    <a:lumMod val="75000"/>
                  </a:schemeClr>
                </a:solidFill>
              </a:rPr>
              <a:t>category ?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SELECT * 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FROM book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WHERE category = 'Education';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9894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8909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/>
              <a:t>List books published </a:t>
            </a:r>
            <a:r>
              <a:rPr lang="en-IN" b="1" dirty="0"/>
              <a:t>after </a:t>
            </a:r>
            <a:r>
              <a:rPr lang="en-IN" b="1" dirty="0" smtClean="0"/>
              <a:t>2013?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6022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SELECT </a:t>
            </a:r>
            <a:r>
              <a:rPr lang="en-IN" dirty="0" err="1">
                <a:solidFill>
                  <a:schemeClr val="tx1"/>
                </a:solidFill>
              </a:rPr>
              <a:t>publish_year</a:t>
            </a:r>
            <a:r>
              <a:rPr lang="en-IN" dirty="0">
                <a:solidFill>
                  <a:schemeClr val="tx1"/>
                </a:solidFill>
              </a:rPr>
              <a:t>, title AS book_after_2013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FROM book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WHERE </a:t>
            </a:r>
            <a:r>
              <a:rPr lang="en-IN" dirty="0" err="1">
                <a:solidFill>
                  <a:schemeClr val="tx1"/>
                </a:solidFill>
              </a:rPr>
              <a:t>publish_year</a:t>
            </a:r>
            <a:r>
              <a:rPr lang="en-IN" dirty="0">
                <a:solidFill>
                  <a:schemeClr val="tx1"/>
                </a:solidFill>
              </a:rPr>
              <a:t> &gt; 2013;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0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 </a:t>
            </a:r>
            <a:r>
              <a:rPr lang="en-IN" dirty="0"/>
              <a:t>Show orders placed between </a:t>
            </a:r>
            <a:r>
              <a:rPr lang="en-IN" b="1" dirty="0"/>
              <a:t>12 Jan 2024 and 1 Feb </a:t>
            </a:r>
            <a:r>
              <a:rPr lang="en-IN" b="1" dirty="0" smtClean="0"/>
              <a:t>2024 ?</a:t>
            </a:r>
            <a:endParaRPr lang="en-IN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379297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SELECT * </a:t>
            </a:r>
          </a:p>
          <a:p>
            <a:pPr marL="0" indent="0">
              <a:buNone/>
            </a:pPr>
            <a:r>
              <a:rPr lang="en-IN" dirty="0"/>
              <a:t>FROM orders</a:t>
            </a:r>
          </a:p>
          <a:p>
            <a:pPr marL="0" indent="0">
              <a:buNone/>
            </a:pPr>
            <a:r>
              <a:rPr lang="en-IN" dirty="0"/>
              <a:t>WHERE </a:t>
            </a:r>
            <a:r>
              <a:rPr lang="en-IN" dirty="0" err="1"/>
              <a:t>order_date</a:t>
            </a:r>
            <a:r>
              <a:rPr lang="en-IN" dirty="0"/>
              <a:t> BETWEEN '2024-01-12' AND '2024-02-01';</a:t>
            </a:r>
          </a:p>
        </p:txBody>
      </p:sp>
    </p:spTree>
    <p:extLst>
      <p:ext uri="{BB962C8B-B14F-4D97-AF65-F5344CB8AC3E}">
        <p14:creationId xmlns:p14="http://schemas.microsoft.com/office/powerpoint/2010/main" val="766552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 </a:t>
            </a:r>
            <a:r>
              <a:rPr lang="en-IN" dirty="0"/>
              <a:t>Calculate the </a:t>
            </a:r>
            <a:r>
              <a:rPr lang="en-IN" b="1" dirty="0"/>
              <a:t>total stock</a:t>
            </a:r>
            <a:r>
              <a:rPr lang="en-IN" dirty="0"/>
              <a:t> available in the book </a:t>
            </a:r>
            <a:r>
              <a:rPr lang="en-IN" dirty="0" smtClean="0"/>
              <a:t>store?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0752" y="2068225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SELECT SUM(stock) AS </a:t>
            </a:r>
            <a:r>
              <a:rPr lang="en-IN" dirty="0" err="1">
                <a:solidFill>
                  <a:schemeClr val="tx1"/>
                </a:solidFill>
              </a:rPr>
              <a:t>total_stock</a:t>
            </a:r>
            <a:endParaRPr lang="en-I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FROM book;</a:t>
            </a:r>
          </a:p>
        </p:txBody>
      </p:sp>
    </p:spTree>
    <p:extLst>
      <p:ext uri="{BB962C8B-B14F-4D97-AF65-F5344CB8AC3E}">
        <p14:creationId xmlns:p14="http://schemas.microsoft.com/office/powerpoint/2010/main" val="66618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Find </a:t>
            </a:r>
            <a:r>
              <a:rPr lang="en-IN" dirty="0"/>
              <a:t>the </a:t>
            </a:r>
            <a:r>
              <a:rPr lang="en-IN" b="1" dirty="0"/>
              <a:t>top 5 books with lowest </a:t>
            </a:r>
            <a:r>
              <a:rPr lang="en-IN" b="1" dirty="0" smtClean="0"/>
              <a:t>stock?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6788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SELECT * </a:t>
            </a:r>
          </a:p>
          <a:p>
            <a:pPr marL="0" indent="0">
              <a:buNone/>
            </a:pPr>
            <a:r>
              <a:rPr lang="en-IN" dirty="0"/>
              <a:t>FROM book</a:t>
            </a:r>
          </a:p>
          <a:p>
            <a:pPr marL="0" indent="0">
              <a:buNone/>
            </a:pPr>
            <a:r>
              <a:rPr lang="en-IN" dirty="0"/>
              <a:t>ORDER BY stock ASC</a:t>
            </a:r>
          </a:p>
          <a:p>
            <a:pPr marL="0" indent="0">
              <a:buNone/>
            </a:pPr>
            <a:r>
              <a:rPr lang="en-IN" dirty="0"/>
              <a:t>LIMIT 5;</a:t>
            </a:r>
          </a:p>
        </p:txBody>
      </p:sp>
    </p:spTree>
    <p:extLst>
      <p:ext uri="{BB962C8B-B14F-4D97-AF65-F5344CB8AC3E}">
        <p14:creationId xmlns:p14="http://schemas.microsoft.com/office/powerpoint/2010/main" val="66648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Find </a:t>
            </a:r>
            <a:r>
              <a:rPr lang="en-IN" b="1" dirty="0"/>
              <a:t>total books sold </a:t>
            </a:r>
            <a:r>
              <a:rPr lang="en-IN" b="1" dirty="0" smtClean="0"/>
              <a:t>category-wise?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443" y="1930400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b.category</a:t>
            </a:r>
            <a:r>
              <a:rPr lang="en-IN" dirty="0"/>
              <a:t>, SUM(</a:t>
            </a:r>
            <a:r>
              <a:rPr lang="en-IN" dirty="0" err="1"/>
              <a:t>o.quntity</a:t>
            </a:r>
            <a:r>
              <a:rPr lang="en-IN" dirty="0"/>
              <a:t>) AS </a:t>
            </a:r>
            <a:r>
              <a:rPr lang="en-IN" dirty="0" err="1"/>
              <a:t>total_quantity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book b</a:t>
            </a:r>
          </a:p>
          <a:p>
            <a:pPr marL="0" indent="0">
              <a:buNone/>
            </a:pPr>
            <a:r>
              <a:rPr lang="en-IN" dirty="0"/>
              <a:t>JOIN orders o ON </a:t>
            </a:r>
            <a:r>
              <a:rPr lang="en-IN" dirty="0" err="1"/>
              <a:t>b.book_id</a:t>
            </a:r>
            <a:r>
              <a:rPr lang="en-IN" dirty="0"/>
              <a:t> = </a:t>
            </a:r>
            <a:r>
              <a:rPr lang="en-IN" dirty="0" err="1"/>
              <a:t>o.book_id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GROUP BY </a:t>
            </a:r>
            <a:r>
              <a:rPr lang="en-IN" dirty="0" err="1"/>
              <a:t>b.category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5109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 </a:t>
            </a:r>
            <a:r>
              <a:rPr lang="en-IN" dirty="0"/>
              <a:t>Find customers who placed </a:t>
            </a:r>
            <a:r>
              <a:rPr lang="en-IN" b="1" dirty="0"/>
              <a:t>more than one </a:t>
            </a:r>
            <a:r>
              <a:rPr lang="en-IN" b="1" dirty="0" smtClean="0"/>
              <a:t>order?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o.cust_id</a:t>
            </a:r>
            <a:r>
              <a:rPr lang="en-IN" dirty="0"/>
              <a:t>, </a:t>
            </a:r>
            <a:r>
              <a:rPr lang="en-IN" dirty="0" err="1"/>
              <a:t>c.first_name</a:t>
            </a:r>
            <a:r>
              <a:rPr lang="en-IN" dirty="0"/>
              <a:t>, COUNT(</a:t>
            </a:r>
            <a:r>
              <a:rPr lang="en-IN" dirty="0" err="1"/>
              <a:t>o.order_id</a:t>
            </a:r>
            <a:r>
              <a:rPr lang="en-IN" dirty="0"/>
              <a:t>) AS </a:t>
            </a:r>
            <a:r>
              <a:rPr lang="en-IN" dirty="0" err="1"/>
              <a:t>total_orders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orders o</a:t>
            </a:r>
          </a:p>
          <a:p>
            <a:pPr marL="0" indent="0">
              <a:buNone/>
            </a:pPr>
            <a:r>
              <a:rPr lang="en-IN" dirty="0"/>
              <a:t>JOIN customer c ON </a:t>
            </a:r>
            <a:r>
              <a:rPr lang="en-IN" dirty="0" err="1"/>
              <a:t>c.cust_id</a:t>
            </a:r>
            <a:r>
              <a:rPr lang="en-IN" dirty="0"/>
              <a:t> = </a:t>
            </a:r>
            <a:r>
              <a:rPr lang="en-IN" dirty="0" err="1"/>
              <a:t>o.cust_id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GROUP BY </a:t>
            </a:r>
            <a:r>
              <a:rPr lang="en-IN" dirty="0" err="1"/>
              <a:t>o.cust_id</a:t>
            </a:r>
            <a:r>
              <a:rPr lang="en-IN" dirty="0"/>
              <a:t>, </a:t>
            </a:r>
            <a:r>
              <a:rPr lang="en-IN" dirty="0" err="1"/>
              <a:t>c.first_name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HAVING COUNT(</a:t>
            </a:r>
            <a:r>
              <a:rPr lang="en-IN" dirty="0" err="1"/>
              <a:t>o.order_id</a:t>
            </a:r>
            <a:r>
              <a:rPr lang="en-IN" dirty="0"/>
              <a:t>) &gt; 1;</a:t>
            </a:r>
          </a:p>
        </p:txBody>
      </p:sp>
    </p:spTree>
    <p:extLst>
      <p:ext uri="{BB962C8B-B14F-4D97-AF65-F5344CB8AC3E}">
        <p14:creationId xmlns:p14="http://schemas.microsoft.com/office/powerpoint/2010/main" val="195532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Find </a:t>
            </a:r>
            <a:r>
              <a:rPr lang="en-IN" dirty="0"/>
              <a:t>the </a:t>
            </a:r>
            <a:r>
              <a:rPr lang="en-IN" b="1" dirty="0"/>
              <a:t>most frequently ordered </a:t>
            </a:r>
            <a:r>
              <a:rPr lang="en-IN" b="1" dirty="0" smtClean="0"/>
              <a:t>book?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o.book_id</a:t>
            </a:r>
            <a:r>
              <a:rPr lang="en-IN" dirty="0"/>
              <a:t>, </a:t>
            </a:r>
            <a:r>
              <a:rPr lang="en-IN" dirty="0" err="1"/>
              <a:t>b.title</a:t>
            </a:r>
            <a:r>
              <a:rPr lang="en-IN" dirty="0"/>
              <a:t>, COUNT(</a:t>
            </a:r>
            <a:r>
              <a:rPr lang="en-IN" dirty="0" err="1"/>
              <a:t>o.order_id</a:t>
            </a:r>
            <a:r>
              <a:rPr lang="en-IN" dirty="0"/>
              <a:t>) AS </a:t>
            </a:r>
            <a:r>
              <a:rPr lang="en-IN" dirty="0" err="1"/>
              <a:t>order_count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orders o</a:t>
            </a:r>
          </a:p>
          <a:p>
            <a:pPr marL="0" indent="0">
              <a:buNone/>
            </a:pPr>
            <a:r>
              <a:rPr lang="en-IN" dirty="0"/>
              <a:t>JOIN book b ON </a:t>
            </a:r>
            <a:r>
              <a:rPr lang="en-IN" dirty="0" err="1"/>
              <a:t>o.book_id</a:t>
            </a:r>
            <a:r>
              <a:rPr lang="en-IN" dirty="0"/>
              <a:t> = </a:t>
            </a:r>
            <a:r>
              <a:rPr lang="en-IN" dirty="0" err="1"/>
              <a:t>b.book_id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GROUP BY </a:t>
            </a:r>
            <a:r>
              <a:rPr lang="en-IN" dirty="0" err="1"/>
              <a:t>o.book_id</a:t>
            </a:r>
            <a:r>
              <a:rPr lang="en-IN" dirty="0"/>
              <a:t>, </a:t>
            </a:r>
            <a:r>
              <a:rPr lang="en-IN" dirty="0" err="1"/>
              <a:t>b.title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ORDER BY </a:t>
            </a:r>
            <a:r>
              <a:rPr lang="en-IN" dirty="0" err="1"/>
              <a:t>order_count</a:t>
            </a:r>
            <a:r>
              <a:rPr lang="en-IN" dirty="0"/>
              <a:t> DESC</a:t>
            </a:r>
          </a:p>
          <a:p>
            <a:pPr marL="0" indent="0">
              <a:buNone/>
            </a:pPr>
            <a:r>
              <a:rPr lang="en-IN" dirty="0"/>
              <a:t>LIMIT 1;</a:t>
            </a:r>
          </a:p>
        </p:txBody>
      </p:sp>
    </p:spTree>
    <p:extLst>
      <p:ext uri="{BB962C8B-B14F-4D97-AF65-F5344CB8AC3E}">
        <p14:creationId xmlns:p14="http://schemas.microsoft.com/office/powerpoint/2010/main" val="4073709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Find </a:t>
            </a:r>
            <a:r>
              <a:rPr lang="en-IN" dirty="0"/>
              <a:t>the </a:t>
            </a:r>
            <a:r>
              <a:rPr lang="en-IN" b="1" dirty="0"/>
              <a:t>customer who spent the most </a:t>
            </a:r>
            <a:r>
              <a:rPr lang="en-IN" b="1" dirty="0" smtClean="0"/>
              <a:t>money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SELECT </a:t>
            </a:r>
            <a:r>
              <a:rPr lang="en-IN" dirty="0" err="1"/>
              <a:t>c.cust_id</a:t>
            </a:r>
            <a:r>
              <a:rPr lang="en-IN" dirty="0"/>
              <a:t>, </a:t>
            </a:r>
            <a:r>
              <a:rPr lang="en-IN" dirty="0" err="1"/>
              <a:t>c.first_name</a:t>
            </a:r>
            <a:r>
              <a:rPr lang="en-IN" dirty="0"/>
              <a:t>, SUM(</a:t>
            </a:r>
            <a:r>
              <a:rPr lang="en-IN" dirty="0" err="1"/>
              <a:t>o.total_amount</a:t>
            </a:r>
            <a:r>
              <a:rPr lang="en-IN" dirty="0"/>
              <a:t>) AS </a:t>
            </a:r>
            <a:r>
              <a:rPr lang="en-IN" dirty="0" err="1"/>
              <a:t>total_spent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FROM customer c</a:t>
            </a:r>
          </a:p>
          <a:p>
            <a:pPr marL="0" indent="0">
              <a:buNone/>
            </a:pPr>
            <a:r>
              <a:rPr lang="en-IN" dirty="0"/>
              <a:t>JOIN orders o ON </a:t>
            </a:r>
            <a:r>
              <a:rPr lang="en-IN" dirty="0" err="1"/>
              <a:t>o.cust_id</a:t>
            </a:r>
            <a:r>
              <a:rPr lang="en-IN" dirty="0"/>
              <a:t> = </a:t>
            </a:r>
            <a:r>
              <a:rPr lang="en-IN" dirty="0" err="1"/>
              <a:t>c.cust_id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GROUP BY </a:t>
            </a:r>
            <a:r>
              <a:rPr lang="en-IN" dirty="0" err="1"/>
              <a:t>c.cust_id</a:t>
            </a:r>
            <a:r>
              <a:rPr lang="en-IN" dirty="0"/>
              <a:t>, </a:t>
            </a:r>
            <a:r>
              <a:rPr lang="en-IN" dirty="0" err="1"/>
              <a:t>c.first_name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ORDER BY </a:t>
            </a:r>
            <a:r>
              <a:rPr lang="en-IN" dirty="0" err="1"/>
              <a:t>total_spent</a:t>
            </a:r>
            <a:r>
              <a:rPr lang="en-IN" dirty="0"/>
              <a:t> DESC</a:t>
            </a:r>
          </a:p>
          <a:p>
            <a:pPr marL="0" indent="0">
              <a:buNone/>
            </a:pPr>
            <a:r>
              <a:rPr lang="en-IN" dirty="0"/>
              <a:t>LIMIT 1;</a:t>
            </a:r>
          </a:p>
        </p:txBody>
      </p:sp>
    </p:spTree>
    <p:extLst>
      <p:ext uri="{BB962C8B-B14F-4D97-AF65-F5344CB8AC3E}">
        <p14:creationId xmlns:p14="http://schemas.microsoft.com/office/powerpoint/2010/main" val="2277418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dirty="0" smtClean="0"/>
              <a:t>Calculate </a:t>
            </a:r>
            <a:r>
              <a:rPr lang="en-IN" b="1" dirty="0"/>
              <a:t>remaining stock after fulfilling all </a:t>
            </a:r>
            <a:r>
              <a:rPr lang="en-IN" b="1" dirty="0" smtClean="0"/>
              <a:t>orders 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SELECT 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b.book_id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b.title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b.stock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COALESCE(SUM(</a:t>
            </a:r>
            <a:r>
              <a:rPr lang="en-IN" dirty="0" err="1"/>
              <a:t>o.quntity</a:t>
            </a:r>
            <a:r>
              <a:rPr lang="en-IN" dirty="0"/>
              <a:t>), 0) AS </a:t>
            </a:r>
            <a:r>
              <a:rPr lang="en-IN" dirty="0" err="1"/>
              <a:t>ordered_quantity</a:t>
            </a:r>
            <a:r>
              <a:rPr lang="en-IN" dirty="0"/>
              <a:t>,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b.stock</a:t>
            </a:r>
            <a:r>
              <a:rPr lang="en-IN" dirty="0"/>
              <a:t> - COALESCE(SUM(</a:t>
            </a:r>
            <a:r>
              <a:rPr lang="en-IN" dirty="0" err="1"/>
              <a:t>o.quntity</a:t>
            </a:r>
            <a:r>
              <a:rPr lang="en-IN" dirty="0"/>
              <a:t>), 0) AS </a:t>
            </a:r>
            <a:r>
              <a:rPr lang="en-IN" dirty="0" err="1"/>
              <a:t>remaining_stock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FROM </a:t>
            </a:r>
            <a:r>
              <a:rPr lang="en-IN" dirty="0"/>
              <a:t>book </a:t>
            </a:r>
            <a:r>
              <a:rPr lang="en-IN" dirty="0" smtClean="0"/>
              <a:t>b</a:t>
            </a:r>
          </a:p>
          <a:p>
            <a:pPr marL="0" indent="0">
              <a:buNone/>
            </a:pPr>
            <a:r>
              <a:rPr lang="en-IN" dirty="0" smtClean="0"/>
              <a:t>   LEFT </a:t>
            </a:r>
            <a:r>
              <a:rPr lang="en-IN" dirty="0"/>
              <a:t>JOIN orders o ON </a:t>
            </a:r>
            <a:r>
              <a:rPr lang="en-IN" dirty="0" err="1"/>
              <a:t>o.book_id</a:t>
            </a:r>
            <a:r>
              <a:rPr lang="en-IN" dirty="0"/>
              <a:t> = </a:t>
            </a:r>
            <a:r>
              <a:rPr lang="en-IN" dirty="0" err="1"/>
              <a:t>b.book_id</a:t>
            </a:r>
            <a:endParaRPr lang="en-IN" dirty="0"/>
          </a:p>
          <a:p>
            <a:pPr marL="0" indent="0">
              <a:buNone/>
            </a:pPr>
            <a:r>
              <a:rPr lang="en-IN" dirty="0" smtClean="0"/>
              <a:t>    GROUP </a:t>
            </a:r>
            <a:r>
              <a:rPr lang="en-IN" dirty="0"/>
              <a:t>BY </a:t>
            </a:r>
            <a:r>
              <a:rPr lang="en-IN" dirty="0" err="1"/>
              <a:t>b.book_id</a:t>
            </a:r>
            <a:r>
              <a:rPr lang="en-IN" dirty="0"/>
              <a:t>, </a:t>
            </a:r>
            <a:r>
              <a:rPr lang="en-IN" dirty="0" err="1"/>
              <a:t>b.title</a:t>
            </a:r>
            <a:r>
              <a:rPr lang="en-IN" dirty="0"/>
              <a:t>, </a:t>
            </a:r>
            <a:r>
              <a:rPr lang="en-IN" dirty="0" err="1"/>
              <a:t>b.stock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981717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Skills &amp; SQL Concepts Used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684097" y="1508613"/>
            <a:ext cx="515622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SQL Joins: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(INNER JOIN, LEFT JOIN)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Aggregate Functions: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(SUM, COUNT, AVG)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GROUP BY &amp; HAVING clauses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Filtering &amp; Sorting: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(WHERE, ORDER BY)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Date-based analysis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Relational Database Design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Business Data Analysis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21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4970" y="1688516"/>
            <a:ext cx="6869188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Analyzed an online book store database using SQL.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Converted raw data into meaningful business insights.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Identified best-selling books, top customers, and revenue trends.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Strengthened hands-on SQL and data analysis skills.</a:t>
            </a:r>
          </a:p>
        </p:txBody>
      </p:sp>
    </p:spTree>
    <p:extLst>
      <p:ext uri="{BB962C8B-B14F-4D97-AF65-F5344CB8AC3E}">
        <p14:creationId xmlns:p14="http://schemas.microsoft.com/office/powerpoint/2010/main" val="27366121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47</TotalTime>
  <Words>518</Words>
  <Application>Microsoft Office PowerPoint</Application>
  <PresentationFormat>Widescreen</PresentationFormat>
  <Paragraphs>82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Trebuchet MS</vt:lpstr>
      <vt:lpstr>Wingdings</vt:lpstr>
      <vt:lpstr>Wingdings 3</vt:lpstr>
      <vt:lpstr>Facet</vt:lpstr>
      <vt:lpstr>PowerPoint Presentation</vt:lpstr>
      <vt:lpstr>Project Overview</vt:lpstr>
      <vt:lpstr>Database Schema &amp; Tables</vt:lpstr>
      <vt:lpstr>📘 ONLINE BOOK STORE PROJECT SQL Question &amp; Answer </vt:lpstr>
      <vt:lpstr>List books published after 2013?</vt:lpstr>
      <vt:lpstr> Show orders placed between 12 Jan 2024 and 1 Feb 2024 ?</vt:lpstr>
      <vt:lpstr> Calculate the total stock available in the book store?</vt:lpstr>
      <vt:lpstr>Find the top 5 books with lowest stock?</vt:lpstr>
      <vt:lpstr>Find total books sold category-wise?</vt:lpstr>
      <vt:lpstr> Find customers who placed more than one order?</vt:lpstr>
      <vt:lpstr>Find the most frequently ordered book?</vt:lpstr>
      <vt:lpstr>Find the customer who spent the most money ?</vt:lpstr>
      <vt:lpstr>Calculate remaining stock after fulfilling all orders ?</vt:lpstr>
      <vt:lpstr>Skills &amp; SQL Concepts Used</vt:lpstr>
      <vt:lpstr>Conclusion</vt:lpstr>
    </vt:vector>
  </TitlesOfParts>
  <Company>Shree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Shree</dc:creator>
  <cp:lastModifiedBy>Shree</cp:lastModifiedBy>
  <cp:revision>5</cp:revision>
  <dcterms:created xsi:type="dcterms:W3CDTF">2026-01-01T05:57:14Z</dcterms:created>
  <dcterms:modified xsi:type="dcterms:W3CDTF">2026-01-01T06:45:02Z</dcterms:modified>
</cp:coreProperties>
</file>